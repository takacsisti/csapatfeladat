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5CCFA2-24C0-46F9-A9DA-6F16CE816823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4F45C0-E5AF-4D25-870A-ABAF7124F8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9242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614A-8E25-460E-B8F1-ED2D04C24180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00C-CFEE-4542-9BAD-34C3FA9E50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1413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614A-8E25-460E-B8F1-ED2D04C24180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00C-CFEE-4542-9BAD-34C3FA9E50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7760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614A-8E25-460E-B8F1-ED2D04C24180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00C-CFEE-4542-9BAD-34C3FA9E50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1761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614A-8E25-460E-B8F1-ED2D04C24180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00C-CFEE-4542-9BAD-34C3FA9E50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7364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614A-8E25-460E-B8F1-ED2D04C24180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00C-CFEE-4542-9BAD-34C3FA9E50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4954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614A-8E25-460E-B8F1-ED2D04C24180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00C-CFEE-4542-9BAD-34C3FA9E50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4441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614A-8E25-460E-B8F1-ED2D04C24180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00C-CFEE-4542-9BAD-34C3FA9E50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26064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614A-8E25-460E-B8F1-ED2D04C24180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00C-CFEE-4542-9BAD-34C3FA9E50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5551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614A-8E25-460E-B8F1-ED2D04C24180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00C-CFEE-4542-9BAD-34C3FA9E50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66086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614A-8E25-460E-B8F1-ED2D04C24180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00C-CFEE-4542-9BAD-34C3FA9E50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48188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614A-8E25-460E-B8F1-ED2D04C24180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00C-CFEE-4542-9BAD-34C3FA9E50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01836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614A-8E25-460E-B8F1-ED2D04C24180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00C-CFEE-4542-9BAD-34C3FA9E500C}" type="slidenum">
              <a:rPr lang="hu-HU" smtClean="0"/>
              <a:t>‹#›</a:t>
            </a:fld>
            <a:endParaRPr lang="hu-HU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7728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614A-8E25-460E-B8F1-ED2D04C24180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00C-CFEE-4542-9BAD-34C3FA9E50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6040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614A-8E25-460E-B8F1-ED2D04C24180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00C-CFEE-4542-9BAD-34C3FA9E50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76823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614A-8E25-460E-B8F1-ED2D04C24180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00C-CFEE-4542-9BAD-34C3FA9E50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2327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614A-8E25-460E-B8F1-ED2D04C24180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00C-CFEE-4542-9BAD-34C3FA9E50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31377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614A-8E25-460E-B8F1-ED2D04C24180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00C-CFEE-4542-9BAD-34C3FA9E50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4021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F9A614A-8E25-460E-B8F1-ED2D04C24180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848CE00C-CFEE-4542-9BAD-34C3FA9E50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884509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83E2D11-ECA4-4E9F-939B-73044AE92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2087"/>
            <a:ext cx="9144000" cy="1641490"/>
          </a:xfrm>
        </p:spPr>
        <p:txBody>
          <a:bodyPr>
            <a:normAutofit fontScale="90000"/>
          </a:bodyPr>
          <a:lstStyle/>
          <a:p>
            <a:r>
              <a:rPr lang="hu-HU" dirty="0" err="1">
                <a:latin typeface="Californian FB" panose="0207040306080B030204" pitchFamily="18" charset="0"/>
              </a:rPr>
              <a:t>Github</a:t>
            </a:r>
            <a:r>
              <a:rPr lang="hu-HU" dirty="0">
                <a:latin typeface="Californian FB" panose="0207040306080B030204" pitchFamily="18" charset="0"/>
              </a:rPr>
              <a:t> Gyorstalpaló </a:t>
            </a:r>
            <a:br>
              <a:rPr lang="hu-HU" dirty="0"/>
            </a:b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614597E-0958-4CB8-9614-4C001D57F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4180" y="2449585"/>
            <a:ext cx="9144000" cy="1073129"/>
          </a:xfrm>
        </p:spPr>
        <p:txBody>
          <a:bodyPr>
            <a:normAutofit lnSpcReduction="10000"/>
          </a:bodyPr>
          <a:lstStyle/>
          <a:p>
            <a:pPr algn="l"/>
            <a:r>
              <a:rPr lang="hu-HU" sz="2400" dirty="0"/>
              <a:t>A </a:t>
            </a:r>
            <a:r>
              <a:rPr lang="hu-HU" sz="2400" dirty="0" err="1"/>
              <a:t>Github</a:t>
            </a:r>
            <a:r>
              <a:rPr lang="hu-HU" sz="2400" dirty="0"/>
              <a:t> egy online platform, ahol kódokat tárolhatsz és oszthatsz meg másokkal.  Verziókezelő rendszer, ami segít nyomon követni a változtatásokat.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6EF50859-45B7-49F2-BC35-3305AADE8D89}"/>
              </a:ext>
            </a:extLst>
          </p:cNvPr>
          <p:cNvSpPr txBox="1"/>
          <p:nvPr/>
        </p:nvSpPr>
        <p:spPr>
          <a:xfrm>
            <a:off x="1895913" y="1793577"/>
            <a:ext cx="7986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dirty="0"/>
              <a:t>Mi az a GitHub?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4D223A4D-BB79-488B-8038-274B918E5C53}"/>
              </a:ext>
            </a:extLst>
          </p:cNvPr>
          <p:cNvSpPr txBox="1"/>
          <p:nvPr/>
        </p:nvSpPr>
        <p:spPr>
          <a:xfrm>
            <a:off x="162886" y="4387442"/>
            <a:ext cx="44175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</a:t>
            </a:r>
            <a:r>
              <a:rPr lang="hu-HU" dirty="0" err="1"/>
              <a:t>Github</a:t>
            </a:r>
            <a:r>
              <a:rPr lang="hu-HU" dirty="0"/>
              <a:t> egy hatalmas online platform, ahol fejlesztők és programozók tárolhatják, kezelhetik és megoszthatják kódjaikat. Ez egy verziókezelő rendszer (</a:t>
            </a:r>
            <a:r>
              <a:rPr lang="hu-HU" dirty="0" err="1"/>
              <a:t>Git</a:t>
            </a:r>
            <a:r>
              <a:rPr lang="hu-HU" dirty="0"/>
              <a:t>), amit a </a:t>
            </a:r>
            <a:r>
              <a:rPr lang="hu-HU" dirty="0" err="1"/>
              <a:t>Github</a:t>
            </a:r>
            <a:r>
              <a:rPr lang="hu-HU" dirty="0"/>
              <a:t> webes felületen keresztül érhetünk </a:t>
            </a:r>
            <a:r>
              <a:rPr lang="hu-HU" dirty="0" err="1"/>
              <a:t>el.Érdekesség</a:t>
            </a:r>
            <a:r>
              <a:rPr lang="hu-HU" dirty="0"/>
              <a:t>: A </a:t>
            </a:r>
            <a:r>
              <a:rPr lang="hu-HU" dirty="0" err="1"/>
              <a:t>Github</a:t>
            </a:r>
            <a:r>
              <a:rPr lang="hu-HU" dirty="0"/>
              <a:t> a </a:t>
            </a:r>
            <a:r>
              <a:rPr lang="hu-HU" dirty="0" err="1"/>
              <a:t>Git</a:t>
            </a:r>
            <a:r>
              <a:rPr lang="hu-HU" dirty="0"/>
              <a:t> névre hallgat, amit Linus </a:t>
            </a:r>
            <a:r>
              <a:rPr lang="hu-HU" dirty="0" err="1"/>
              <a:t>Torvalds</a:t>
            </a:r>
            <a:r>
              <a:rPr lang="hu-HU" dirty="0"/>
              <a:t>, a Linux </a:t>
            </a:r>
            <a:r>
              <a:rPr lang="hu-HU" dirty="0" err="1"/>
              <a:t>atyja</a:t>
            </a:r>
            <a:r>
              <a:rPr lang="hu-HU" dirty="0"/>
              <a:t> fejlesztett ki. 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B50B39C9-14CC-44F0-A2C9-3151104AE46F}"/>
              </a:ext>
            </a:extLst>
          </p:cNvPr>
          <p:cNvSpPr txBox="1"/>
          <p:nvPr/>
        </p:nvSpPr>
        <p:spPr>
          <a:xfrm>
            <a:off x="8583199" y="3655502"/>
            <a:ext cx="2084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Mit csinál a </a:t>
            </a:r>
            <a:r>
              <a:rPr lang="hu-HU" dirty="0" err="1"/>
              <a:t>Github</a:t>
            </a:r>
            <a:r>
              <a:rPr lang="hu-HU" dirty="0"/>
              <a:t>? 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7B991E54-5294-4C0B-80FD-2848177EA7AA}"/>
              </a:ext>
            </a:extLst>
          </p:cNvPr>
          <p:cNvSpPr txBox="1"/>
          <p:nvPr/>
        </p:nvSpPr>
        <p:spPr>
          <a:xfrm>
            <a:off x="7698624" y="4387442"/>
            <a:ext cx="39980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Kód tárolása és szerkesztése  Verziók kezelése, így könnyen vissza lehet térni korábbi állapotokhoz  Csapatmunka támogatása, közös projektek kezelése  Nyílt forráskódú projektek megosztása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AB9CF3B-39FC-4B24-8CB4-0E18B1FF7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166" y="4204034"/>
            <a:ext cx="3998098" cy="1844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868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74BA5275-C745-4604-9996-B94595405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83420" y="243280"/>
            <a:ext cx="12365371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artalom helye 7">
            <a:extLst>
              <a:ext uri="{FF2B5EF4-FFF2-40B4-BE49-F238E27FC236}">
                <a16:creationId xmlns:a16="http://schemas.microsoft.com/office/drawing/2014/main" id="{690F38B2-44B0-4E2E-90AE-035242FF6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9999" y="2097044"/>
            <a:ext cx="5025216" cy="4613945"/>
          </a:xfrm>
          <a:scene3d>
            <a:camera prst="orthographicFront">
              <a:rot lat="0" lon="0" rev="0"/>
            </a:camera>
            <a:lightRig rig="threePt" dir="t"/>
          </a:scene3d>
        </p:spPr>
        <p:txBody>
          <a:bodyPr>
            <a:normAutofit/>
          </a:bodyPr>
          <a:lstStyle/>
          <a:p>
            <a:r>
              <a:rPr lang="hu-HU" sz="2200" b="1" dirty="0"/>
              <a:t>Verziókezelés</a:t>
            </a:r>
            <a:r>
              <a:rPr lang="hu-HU" sz="2200" dirty="0"/>
              <a:t>: Minden változtatás nyomon követhető, így könnyen vissza lehet lépni a korábbi verziókhoz.  </a:t>
            </a:r>
          </a:p>
          <a:p>
            <a:r>
              <a:rPr lang="hu-HU" sz="2200" b="1" dirty="0"/>
              <a:t>Közösség</a:t>
            </a:r>
            <a:r>
              <a:rPr lang="hu-HU" sz="2200" dirty="0"/>
              <a:t>: Több millió fejlesztő dolgozik rajta, így könnyen kérhetsz segítséget vagy oszthatod meg saját projektjeidet.  </a:t>
            </a:r>
          </a:p>
          <a:p>
            <a:r>
              <a:rPr lang="hu-HU" sz="2200" b="1" dirty="0"/>
              <a:t>Nyílt</a:t>
            </a:r>
            <a:r>
              <a:rPr lang="hu-HU" sz="2200" dirty="0"/>
              <a:t> </a:t>
            </a:r>
            <a:r>
              <a:rPr lang="hu-HU" sz="2200" b="1" dirty="0"/>
              <a:t>forráskód</a:t>
            </a:r>
            <a:r>
              <a:rPr lang="hu-HU" sz="2200" dirty="0"/>
              <a:t>: Szabadon megoszthatod és fejlesztheted a kódodat, mások is hozzáférhetnek.</a:t>
            </a:r>
          </a:p>
          <a:p>
            <a:r>
              <a:rPr lang="hu-HU" sz="2200" b="1" dirty="0"/>
              <a:t>Integráció</a:t>
            </a:r>
            <a:r>
              <a:rPr lang="hu-HU" sz="2200" dirty="0"/>
              <a:t>: Számos eszköz és szolgáltatás kapcsolódik hozzá, pl. CI/CD, tesztelés, kódellenőrzés.</a:t>
            </a:r>
          </a:p>
        </p:txBody>
      </p:sp>
      <p:sp>
        <p:nvSpPr>
          <p:cNvPr id="7" name="Cím 6">
            <a:extLst>
              <a:ext uri="{FF2B5EF4-FFF2-40B4-BE49-F238E27FC236}">
                <a16:creationId xmlns:a16="http://schemas.microsoft.com/office/drawing/2014/main" id="{AE0AE778-C885-4C19-A881-5C5F4B30E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040" y="147011"/>
            <a:ext cx="10515600" cy="1325563"/>
          </a:xfrm>
        </p:spPr>
        <p:txBody>
          <a:bodyPr/>
          <a:lstStyle/>
          <a:p>
            <a:r>
              <a:rPr lang="hu-HU" dirty="0"/>
              <a:t>Miért érdemes </a:t>
            </a:r>
            <a:r>
              <a:rPr lang="hu-HU" dirty="0" err="1"/>
              <a:t>Githubot</a:t>
            </a:r>
            <a:r>
              <a:rPr lang="hu-HU" dirty="0"/>
              <a:t> használni?</a:t>
            </a:r>
          </a:p>
        </p:txBody>
      </p:sp>
      <p:sp>
        <p:nvSpPr>
          <p:cNvPr id="9" name="Tartalom helye 8">
            <a:extLst>
              <a:ext uri="{FF2B5EF4-FFF2-40B4-BE49-F238E27FC236}">
                <a16:creationId xmlns:a16="http://schemas.microsoft.com/office/drawing/2014/main" id="{E38B93D2-116C-4051-AA45-404DAE825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2211" y="1941221"/>
            <a:ext cx="5033960" cy="4188773"/>
          </a:xfrm>
        </p:spPr>
        <p:txBody>
          <a:bodyPr>
            <a:normAutofit/>
          </a:bodyPr>
          <a:lstStyle/>
          <a:p>
            <a:r>
              <a:rPr lang="hu-HU" sz="2200" dirty="0"/>
              <a:t>Kezdők számára bonyolult lehet a használat elsőre. </a:t>
            </a:r>
          </a:p>
          <a:p>
            <a:r>
              <a:rPr lang="hu-HU" sz="2200" dirty="0"/>
              <a:t> </a:t>
            </a:r>
            <a:r>
              <a:rPr lang="hu-HU" sz="2200" b="1" dirty="0"/>
              <a:t>Internetkapcsolat</a:t>
            </a:r>
            <a:r>
              <a:rPr lang="hu-HU" sz="2200" dirty="0"/>
              <a:t> nélkül nem lehet szerkeszteni vagy hozzáférni a projektekhez. </a:t>
            </a:r>
          </a:p>
          <a:p>
            <a:r>
              <a:rPr lang="hu-HU" sz="2200" dirty="0"/>
              <a:t> Nagy projektek esetén túl sok adat lehet, ami kezelhetetlenné válhat.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493E9613-7E2E-4569-9662-F83156923F86}"/>
              </a:ext>
            </a:extLst>
          </p:cNvPr>
          <p:cNvSpPr txBox="1"/>
          <p:nvPr/>
        </p:nvSpPr>
        <p:spPr>
          <a:xfrm>
            <a:off x="1352759" y="1468772"/>
            <a:ext cx="4559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i="1" u="sng" dirty="0"/>
              <a:t>Előnyök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9475BAFA-C8C3-47B1-93D8-3DD5C5394226}"/>
              </a:ext>
            </a:extLst>
          </p:cNvPr>
          <p:cNvSpPr txBox="1"/>
          <p:nvPr/>
        </p:nvSpPr>
        <p:spPr>
          <a:xfrm>
            <a:off x="7870449" y="1468772"/>
            <a:ext cx="17491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i="1" u="sng" dirty="0"/>
              <a:t>Hátrányok</a:t>
            </a:r>
          </a:p>
        </p:txBody>
      </p:sp>
    </p:spTree>
    <p:extLst>
      <p:ext uri="{BB962C8B-B14F-4D97-AF65-F5344CB8AC3E}">
        <p14:creationId xmlns:p14="http://schemas.microsoft.com/office/powerpoint/2010/main" val="12223449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16BF60-1DD5-4DF9-A243-16FE2BC90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872" y="9667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hu-HU" dirty="0"/>
              <a:t>Hogyan lehet regisztrálni a </a:t>
            </a:r>
            <a:r>
              <a:rPr lang="hu-HU" dirty="0" err="1"/>
              <a:t>Githubra</a:t>
            </a:r>
            <a:r>
              <a:rPr lang="hu-HU" dirty="0"/>
              <a:t>?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B479A2FD-9E8F-4FA8-8952-9B8BB96ED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dirty="0"/>
              <a:t>Nyisd meg a github.com oldalt.</a:t>
            </a:r>
          </a:p>
          <a:p>
            <a:r>
              <a:rPr lang="hu-HU" sz="2400" dirty="0"/>
              <a:t>  Kattints a "</a:t>
            </a:r>
            <a:r>
              <a:rPr lang="hu-HU" sz="2400" dirty="0" err="1"/>
              <a:t>Sign</a:t>
            </a:r>
            <a:r>
              <a:rPr lang="hu-HU" sz="2400" dirty="0"/>
              <a:t> </a:t>
            </a:r>
            <a:r>
              <a:rPr lang="hu-HU" sz="2400" dirty="0" err="1"/>
              <a:t>up</a:t>
            </a:r>
            <a:r>
              <a:rPr lang="hu-HU" sz="2400" dirty="0"/>
              <a:t>" gombra.</a:t>
            </a:r>
          </a:p>
          <a:p>
            <a:r>
              <a:rPr lang="hu-HU" sz="2400" dirty="0"/>
              <a:t>  Add meg az email címedet, válassz felhasználónevet és jelszót. </a:t>
            </a:r>
          </a:p>
          <a:p>
            <a:r>
              <a:rPr lang="hu-HU" sz="2400" dirty="0"/>
              <a:t> Válaszd ki az érdeklődési területeidet (pl. fejlesztés, adatbázis, stb.).  </a:t>
            </a:r>
          </a:p>
          <a:p>
            <a:r>
              <a:rPr lang="hu-HU" sz="2400" dirty="0"/>
              <a:t>Erősítsd meg a regisztrációt az email címed megerősítésével.</a:t>
            </a:r>
          </a:p>
          <a:p>
            <a:pPr marL="0" indent="0">
              <a:buNone/>
            </a:pPr>
            <a:r>
              <a:rPr lang="hu-HU" sz="2400" dirty="0"/>
              <a:t>Érdekesség: A </a:t>
            </a:r>
            <a:r>
              <a:rPr lang="hu-HU" sz="2400" dirty="0" err="1"/>
              <a:t>Github</a:t>
            </a:r>
            <a:r>
              <a:rPr lang="hu-HU" sz="2400" dirty="0"/>
              <a:t> ingyenes fiók esetén is lehetőséget ad nyilvános és privát </a:t>
            </a:r>
            <a:r>
              <a:rPr lang="hu-HU" sz="2400" dirty="0" err="1"/>
              <a:t>repository</a:t>
            </a:r>
            <a:r>
              <a:rPr lang="hu-HU" sz="2400" dirty="0"/>
              <a:t>-k létrehozására. 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EF2D2498-A888-4A58-AAED-9D7DFD187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932" y="4974673"/>
            <a:ext cx="4764947" cy="1786650"/>
          </a:xfrm>
          <a:prstGeom prst="rect">
            <a:avLst/>
          </a:prstGeom>
        </p:spPr>
      </p:pic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4D1C4641-A36D-4D5A-8FA6-3F013DC0BFBC}"/>
              </a:ext>
            </a:extLst>
          </p:cNvPr>
          <p:cNvCxnSpPr/>
          <p:nvPr/>
        </p:nvCxnSpPr>
        <p:spPr>
          <a:xfrm>
            <a:off x="2667699" y="5561901"/>
            <a:ext cx="2290195" cy="335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doboz 8">
            <a:extLst>
              <a:ext uri="{FF2B5EF4-FFF2-40B4-BE49-F238E27FC236}">
                <a16:creationId xmlns:a16="http://schemas.microsoft.com/office/drawing/2014/main" id="{C8FD8EB9-2B31-4F48-895C-F9796360889F}"/>
              </a:ext>
            </a:extLst>
          </p:cNvPr>
          <p:cNvSpPr txBox="1"/>
          <p:nvPr/>
        </p:nvSpPr>
        <p:spPr>
          <a:xfrm>
            <a:off x="1006678" y="5282399"/>
            <a:ext cx="2191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Írd be az email címed</a:t>
            </a:r>
          </a:p>
        </p:txBody>
      </p:sp>
      <p:cxnSp>
        <p:nvCxnSpPr>
          <p:cNvPr id="13" name="Egyenes összekötő nyíllal 12">
            <a:extLst>
              <a:ext uri="{FF2B5EF4-FFF2-40B4-BE49-F238E27FC236}">
                <a16:creationId xmlns:a16="http://schemas.microsoft.com/office/drawing/2014/main" id="{324F6FA8-10D8-4463-B8E1-48D4A5EE97F4}"/>
              </a:ext>
            </a:extLst>
          </p:cNvPr>
          <p:cNvCxnSpPr/>
          <p:nvPr/>
        </p:nvCxnSpPr>
        <p:spPr>
          <a:xfrm flipH="1">
            <a:off x="6096000" y="5467065"/>
            <a:ext cx="2804719" cy="430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C8E1669C-970B-4F21-8D9F-E4484FF8AA07}"/>
              </a:ext>
            </a:extLst>
          </p:cNvPr>
          <p:cNvSpPr txBox="1"/>
          <p:nvPr/>
        </p:nvSpPr>
        <p:spPr>
          <a:xfrm>
            <a:off x="8900719" y="5279842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Kattints ide!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CE1B3A28-41CC-4E76-B3CE-360D71C667E0}"/>
              </a:ext>
            </a:extLst>
          </p:cNvPr>
          <p:cNvSpPr txBox="1"/>
          <p:nvPr/>
        </p:nvSpPr>
        <p:spPr>
          <a:xfrm>
            <a:off x="9724617" y="1510018"/>
            <a:ext cx="24673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Használj erős, egyedi jelszót.  Kétlépcsős azonosítást is beállíthatsz a biztonság növelése érdekében.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5E52BA52-9455-4DAB-B27B-BE90611A788A}"/>
              </a:ext>
            </a:extLst>
          </p:cNvPr>
          <p:cNvSpPr txBox="1"/>
          <p:nvPr/>
        </p:nvSpPr>
        <p:spPr>
          <a:xfrm>
            <a:off x="9154794" y="1128248"/>
            <a:ext cx="898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Tippek:</a:t>
            </a:r>
          </a:p>
        </p:txBody>
      </p:sp>
    </p:spTree>
    <p:extLst>
      <p:ext uri="{BB962C8B-B14F-4D97-AF65-F5344CB8AC3E}">
        <p14:creationId xmlns:p14="http://schemas.microsoft.com/office/powerpoint/2010/main" val="36476467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089195-382E-4530-94AA-AFDDC54B1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100" y="500062"/>
            <a:ext cx="10515600" cy="1325563"/>
          </a:xfrm>
        </p:spPr>
        <p:txBody>
          <a:bodyPr/>
          <a:lstStyle/>
          <a:p>
            <a:pPr algn="ctr"/>
            <a:r>
              <a:rPr lang="hu-HU" dirty="0"/>
              <a:t>Új </a:t>
            </a:r>
            <a:r>
              <a:rPr lang="hu-HU" dirty="0" err="1"/>
              <a:t>repository</a:t>
            </a:r>
            <a:r>
              <a:rPr lang="hu-HU" dirty="0"/>
              <a:t> (projekt) létrehozása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D83DCFB-9A2D-4C84-B6B8-328EAC57F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3540153"/>
            <a:ext cx="10233800" cy="317104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hu-HU" dirty="0"/>
              <a:t>Jelentkezz be. 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/>
              <a:t> Kattints a "New" vagy "</a:t>
            </a:r>
            <a:r>
              <a:rPr lang="hu-HU" dirty="0" err="1"/>
              <a:t>Create</a:t>
            </a:r>
            <a:r>
              <a:rPr lang="hu-HU" dirty="0"/>
              <a:t> </a:t>
            </a:r>
            <a:r>
              <a:rPr lang="hu-HU" dirty="0" err="1"/>
              <a:t>repository</a:t>
            </a:r>
            <a:r>
              <a:rPr lang="hu-HU" dirty="0"/>
              <a:t>" gombra. 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/>
              <a:t> Adj nevet a projektednek (pl. „</a:t>
            </a:r>
            <a:r>
              <a:rPr lang="hu-HU" dirty="0" err="1"/>
              <a:t>elso</a:t>
            </a:r>
            <a:r>
              <a:rPr lang="hu-HU" dirty="0"/>
              <a:t>-projektem").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/>
              <a:t>  Írj rövid leírást a projektről.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/>
              <a:t>  Válaszd ki, hogy nyilvános vagy privát legyen-e a </a:t>
            </a:r>
            <a:r>
              <a:rPr lang="hu-HU" dirty="0" err="1"/>
              <a:t>repo</a:t>
            </a:r>
            <a:r>
              <a:rPr lang="hu-HU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/>
              <a:t>  Kattints a "</a:t>
            </a:r>
            <a:r>
              <a:rPr lang="hu-HU" dirty="0" err="1"/>
              <a:t>Create</a:t>
            </a:r>
            <a:r>
              <a:rPr lang="hu-HU" dirty="0"/>
              <a:t> </a:t>
            </a:r>
            <a:r>
              <a:rPr lang="hu-HU" dirty="0" err="1"/>
              <a:t>repository</a:t>
            </a:r>
            <a:r>
              <a:rPr lang="hu-HU" dirty="0"/>
              <a:t>" gombra.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DB94A098-9017-4A00-BB76-20DD2C6093F0}"/>
              </a:ext>
            </a:extLst>
          </p:cNvPr>
          <p:cNvSpPr txBox="1"/>
          <p:nvPr/>
        </p:nvSpPr>
        <p:spPr>
          <a:xfrm>
            <a:off x="2852257" y="1988191"/>
            <a:ext cx="6107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Hogyan kezdj el egy projektet? 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283B7C3D-A46B-43F3-B8B1-0C3F752E7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3290" y="1702965"/>
            <a:ext cx="3641297" cy="2290194"/>
          </a:xfrm>
          <a:prstGeom prst="rect">
            <a:avLst/>
          </a:prstGeom>
        </p:spPr>
      </p:pic>
      <p:cxnSp>
        <p:nvCxnSpPr>
          <p:cNvPr id="9" name="Egyenes összekötő nyíllal 8">
            <a:extLst>
              <a:ext uri="{FF2B5EF4-FFF2-40B4-BE49-F238E27FC236}">
                <a16:creationId xmlns:a16="http://schemas.microsoft.com/office/drawing/2014/main" id="{3A94280F-20EF-45C5-8E8A-E796E455858F}"/>
              </a:ext>
            </a:extLst>
          </p:cNvPr>
          <p:cNvCxnSpPr/>
          <p:nvPr/>
        </p:nvCxnSpPr>
        <p:spPr>
          <a:xfrm flipH="1" flipV="1">
            <a:off x="10318459" y="2978092"/>
            <a:ext cx="226502" cy="1971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zövegdoboz 9">
            <a:extLst>
              <a:ext uri="{FF2B5EF4-FFF2-40B4-BE49-F238E27FC236}">
                <a16:creationId xmlns:a16="http://schemas.microsoft.com/office/drawing/2014/main" id="{15F8EAE5-E15F-4040-A7C7-4FDA8B9F06DC}"/>
              </a:ext>
            </a:extLst>
          </p:cNvPr>
          <p:cNvSpPr txBox="1"/>
          <p:nvPr/>
        </p:nvSpPr>
        <p:spPr>
          <a:xfrm>
            <a:off x="10108734" y="4949505"/>
            <a:ext cx="1132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Kattints ide!</a:t>
            </a:r>
          </a:p>
        </p:txBody>
      </p:sp>
    </p:spTree>
    <p:extLst>
      <p:ext uri="{BB962C8B-B14F-4D97-AF65-F5344CB8AC3E}">
        <p14:creationId xmlns:p14="http://schemas.microsoft.com/office/powerpoint/2010/main" val="40456605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6B5E42A-CF42-4743-974C-2BCEFE4E2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374" y="18255"/>
            <a:ext cx="10515600" cy="1325563"/>
          </a:xfrm>
        </p:spPr>
        <p:txBody>
          <a:bodyPr/>
          <a:lstStyle/>
          <a:p>
            <a:r>
              <a:rPr lang="hu-HU" dirty="0"/>
              <a:t> Fájlok feltöltése és </a:t>
            </a:r>
            <a:r>
              <a:rPr lang="hu-HU" dirty="0" err="1"/>
              <a:t>commitálás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664AF15-BAE6-4D41-9F5F-A635D26AE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Hogyan tölts fel fájlokat?</a:t>
            </a:r>
          </a:p>
          <a:p>
            <a:r>
              <a:rPr lang="hu-HU" dirty="0"/>
              <a:t>  Nyisd meg a </a:t>
            </a:r>
            <a:r>
              <a:rPr lang="hu-HU" dirty="0" err="1"/>
              <a:t>repository</a:t>
            </a:r>
            <a:r>
              <a:rPr lang="hu-HU" dirty="0"/>
              <a:t>-t.</a:t>
            </a:r>
          </a:p>
          <a:p>
            <a:r>
              <a:rPr lang="hu-HU" dirty="0"/>
              <a:t>  Kattints az "Add file" gombra, majd "</a:t>
            </a:r>
            <a:r>
              <a:rPr lang="hu-HU" dirty="0" err="1"/>
              <a:t>Upload</a:t>
            </a:r>
            <a:r>
              <a:rPr lang="hu-HU" dirty="0"/>
              <a:t> </a:t>
            </a:r>
            <a:r>
              <a:rPr lang="hu-HU" dirty="0" err="1"/>
              <a:t>files</a:t>
            </a:r>
            <a:r>
              <a:rPr lang="hu-HU" dirty="0"/>
              <a:t>".</a:t>
            </a:r>
          </a:p>
          <a:p>
            <a:r>
              <a:rPr lang="hu-HU" dirty="0"/>
              <a:t>  Válaszd ki a fájlokat a gépeden.</a:t>
            </a:r>
          </a:p>
          <a:p>
            <a:r>
              <a:rPr lang="hu-HU" dirty="0"/>
              <a:t>  Adj meg egy rövid leírást (</a:t>
            </a:r>
            <a:r>
              <a:rPr lang="hu-HU" dirty="0" err="1"/>
              <a:t>commit</a:t>
            </a:r>
            <a:r>
              <a:rPr lang="hu-HU" dirty="0"/>
              <a:t> </a:t>
            </a:r>
            <a:r>
              <a:rPr lang="hu-HU" dirty="0" err="1"/>
              <a:t>message</a:t>
            </a:r>
            <a:r>
              <a:rPr lang="hu-HU" dirty="0"/>
              <a:t>).</a:t>
            </a:r>
          </a:p>
          <a:p>
            <a:r>
              <a:rPr lang="hu-HU" dirty="0"/>
              <a:t>  Kattints a "</a:t>
            </a:r>
            <a:r>
              <a:rPr lang="hu-HU" dirty="0" err="1"/>
              <a:t>Commit</a:t>
            </a:r>
            <a:r>
              <a:rPr lang="hu-HU" dirty="0"/>
              <a:t> </a:t>
            </a:r>
            <a:r>
              <a:rPr lang="hu-HU" dirty="0" err="1"/>
              <a:t>changes</a:t>
            </a:r>
            <a:r>
              <a:rPr lang="hu-HU" dirty="0"/>
              <a:t>" gombra.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6C8B4FFA-D77D-4B41-98BF-F27044040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265026"/>
            <a:ext cx="2373967" cy="194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4089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0B4C77-B422-458A-9711-8B64214FB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100" y="222512"/>
            <a:ext cx="10515600" cy="1325563"/>
          </a:xfrm>
        </p:spPr>
        <p:txBody>
          <a:bodyPr/>
          <a:lstStyle/>
          <a:p>
            <a:pPr algn="ctr"/>
            <a:r>
              <a:rPr lang="hu-HU" dirty="0"/>
              <a:t>Alapvető funkciók és fogalmak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E14CBE7-87A8-49E2-91CA-7C839B48A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b="1" i="1" u="sng" dirty="0" err="1"/>
              <a:t>Fork</a:t>
            </a:r>
            <a:r>
              <a:rPr lang="hu-HU" b="1" i="1" u="sng" dirty="0"/>
              <a:t>:</a:t>
            </a:r>
            <a:r>
              <a:rPr lang="hu-HU" dirty="0"/>
              <a:t> Egy meglévő projekt másolása a saját fiókodba, így rajta tudsz módosítani.</a:t>
            </a:r>
          </a:p>
          <a:p>
            <a:r>
              <a:rPr lang="hu-HU" dirty="0"/>
              <a:t>  </a:t>
            </a:r>
            <a:r>
              <a:rPr lang="hu-HU" b="1" i="1" u="sng" dirty="0" err="1"/>
              <a:t>Pull</a:t>
            </a:r>
            <a:r>
              <a:rPr lang="hu-HU" b="1" i="1" u="sng" dirty="0"/>
              <a:t> </a:t>
            </a:r>
            <a:r>
              <a:rPr lang="hu-HU" b="1" i="1" u="sng" dirty="0" err="1"/>
              <a:t>request</a:t>
            </a:r>
            <a:r>
              <a:rPr lang="hu-HU" b="1" i="1" u="sng" dirty="0"/>
              <a:t>: </a:t>
            </a:r>
            <a:r>
              <a:rPr lang="hu-HU" dirty="0"/>
              <a:t>Kérés a projekt tulajdonosának, hogy fogadja el a változtatásaidat.</a:t>
            </a:r>
          </a:p>
          <a:p>
            <a:r>
              <a:rPr lang="hu-HU" dirty="0"/>
              <a:t>  </a:t>
            </a:r>
            <a:r>
              <a:rPr lang="hu-HU" b="1" i="1" u="sng" dirty="0" err="1"/>
              <a:t>Clone</a:t>
            </a:r>
            <a:r>
              <a:rPr lang="hu-HU" b="1" i="1" u="sng" dirty="0"/>
              <a:t>:</a:t>
            </a:r>
            <a:r>
              <a:rPr lang="hu-HU" dirty="0"/>
              <a:t> Helyi gépre másolás, így offline is dolgozhatsz a kódon.</a:t>
            </a:r>
          </a:p>
          <a:p>
            <a:r>
              <a:rPr lang="hu-HU" dirty="0"/>
              <a:t>  </a:t>
            </a:r>
            <a:r>
              <a:rPr lang="hu-HU" b="1" i="1" u="sng" dirty="0" err="1"/>
              <a:t>Branches</a:t>
            </a:r>
            <a:r>
              <a:rPr lang="hu-HU" b="1" i="1" u="sng" dirty="0"/>
              <a:t> (ágiak): </a:t>
            </a:r>
            <a:r>
              <a:rPr lang="hu-HU" dirty="0"/>
              <a:t>Egymástól független fejlesztési ágak, amikkel több verzióban tudsz dolgozni.</a:t>
            </a:r>
          </a:p>
          <a:p>
            <a:pPr marL="0" indent="0">
              <a:buNone/>
            </a:pPr>
            <a:r>
              <a:rPr lang="hu-HU" b="1" i="1" u="sng" dirty="0"/>
              <a:t>Érdekesség: </a:t>
            </a:r>
            <a:r>
              <a:rPr lang="hu-HU" dirty="0"/>
              <a:t>A </a:t>
            </a:r>
            <a:r>
              <a:rPr lang="hu-HU" dirty="0" err="1"/>
              <a:t>Githubon</a:t>
            </a:r>
            <a:r>
              <a:rPr lang="hu-HU" dirty="0"/>
              <a:t> több millió nyílt forráskódú projekt található, így könnyen tanulhatsz másoktól, vagy megoszthatod sajátjaidat. </a:t>
            </a:r>
          </a:p>
        </p:txBody>
      </p:sp>
    </p:spTree>
    <p:extLst>
      <p:ext uri="{BB962C8B-B14F-4D97-AF65-F5344CB8AC3E}">
        <p14:creationId xmlns:p14="http://schemas.microsoft.com/office/powerpoint/2010/main" val="40173014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025DA0-E2D3-49E3-968E-ED46C33F1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0004"/>
            <a:ext cx="12091332" cy="1325563"/>
          </a:xfrm>
        </p:spPr>
        <p:txBody>
          <a:bodyPr>
            <a:normAutofit fontScale="90000"/>
          </a:bodyPr>
          <a:lstStyle/>
          <a:p>
            <a:r>
              <a:rPr lang="hu-HU" dirty="0"/>
              <a:t> Mások meghívása és közös munka a </a:t>
            </a:r>
            <a:r>
              <a:rPr lang="hu-HU" dirty="0" err="1"/>
              <a:t>Githubon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D92139E-B26C-437B-921E-C1B6E1494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2449585"/>
            <a:ext cx="8384727" cy="3727378"/>
          </a:xfrm>
        </p:spPr>
        <p:txBody>
          <a:bodyPr>
            <a:normAutofit fontScale="92500" lnSpcReduction="20000"/>
          </a:bodyPr>
          <a:lstStyle/>
          <a:p>
            <a:r>
              <a:rPr lang="hu-HU" dirty="0"/>
              <a:t>Nyisd meg a saját </a:t>
            </a:r>
            <a:r>
              <a:rPr lang="hu-HU" dirty="0" err="1"/>
              <a:t>repository-dat</a:t>
            </a:r>
            <a:r>
              <a:rPr lang="hu-HU" dirty="0"/>
              <a:t>. </a:t>
            </a:r>
          </a:p>
          <a:p>
            <a:r>
              <a:rPr lang="hu-HU" dirty="0"/>
              <a:t>Kattints a "</a:t>
            </a:r>
            <a:r>
              <a:rPr lang="hu-HU" dirty="0" err="1"/>
              <a:t>Settings</a:t>
            </a:r>
            <a:r>
              <a:rPr lang="hu-HU" dirty="0"/>
              <a:t>" fülre (jobb felső sarok).</a:t>
            </a:r>
          </a:p>
          <a:p>
            <a:r>
              <a:rPr lang="hu-HU" dirty="0"/>
              <a:t>A bal oldali menüből válaszd a "</a:t>
            </a:r>
            <a:r>
              <a:rPr lang="hu-HU" dirty="0" err="1"/>
              <a:t>Manage</a:t>
            </a:r>
            <a:r>
              <a:rPr lang="hu-HU" dirty="0"/>
              <a:t> </a:t>
            </a:r>
            <a:r>
              <a:rPr lang="hu-HU" dirty="0" err="1"/>
              <a:t>access</a:t>
            </a:r>
            <a:r>
              <a:rPr lang="hu-HU" dirty="0"/>
              <a:t>" vagy "</a:t>
            </a:r>
            <a:r>
              <a:rPr lang="hu-HU" dirty="0" err="1"/>
              <a:t>Permissions</a:t>
            </a:r>
            <a:r>
              <a:rPr lang="hu-HU" dirty="0"/>
              <a:t>" részt.</a:t>
            </a:r>
          </a:p>
          <a:p>
            <a:r>
              <a:rPr lang="hu-HU" dirty="0"/>
              <a:t>Kattints a "</a:t>
            </a:r>
            <a:r>
              <a:rPr lang="hu-HU" dirty="0" err="1"/>
              <a:t>Invite</a:t>
            </a:r>
            <a:r>
              <a:rPr lang="hu-HU" dirty="0"/>
              <a:t> a </a:t>
            </a:r>
            <a:r>
              <a:rPr lang="hu-HU" dirty="0" err="1"/>
              <a:t>collaborator</a:t>
            </a:r>
            <a:r>
              <a:rPr lang="hu-HU" dirty="0"/>
              <a:t>" vagy "Add </a:t>
            </a:r>
            <a:r>
              <a:rPr lang="hu-HU" dirty="0" err="1"/>
              <a:t>people</a:t>
            </a:r>
            <a:r>
              <a:rPr lang="hu-HU" dirty="0"/>
              <a:t>" gombra.</a:t>
            </a:r>
          </a:p>
          <a:p>
            <a:r>
              <a:rPr lang="hu-HU" dirty="0"/>
              <a:t>Írd be a meghívni kívánt személy </a:t>
            </a:r>
            <a:r>
              <a:rPr lang="hu-HU" dirty="0" err="1"/>
              <a:t>Github</a:t>
            </a:r>
            <a:r>
              <a:rPr lang="hu-HU" dirty="0"/>
              <a:t> felhasználónevét vagy email címét.</a:t>
            </a:r>
          </a:p>
          <a:p>
            <a:r>
              <a:rPr lang="hu-HU" dirty="0"/>
              <a:t>Válaszd ki a szerepkört (pl. </a:t>
            </a:r>
            <a:r>
              <a:rPr lang="hu-HU" dirty="0" err="1"/>
              <a:t>Write</a:t>
            </a:r>
            <a:r>
              <a:rPr lang="hu-HU" dirty="0"/>
              <a:t>, Read, </a:t>
            </a:r>
            <a:r>
              <a:rPr lang="hu-HU" dirty="0" err="1"/>
              <a:t>Admin</a:t>
            </a:r>
            <a:r>
              <a:rPr lang="hu-HU" dirty="0"/>
              <a:t>).  Kattints az "</a:t>
            </a:r>
            <a:r>
              <a:rPr lang="hu-HU" dirty="0" err="1"/>
              <a:t>Invite</a:t>
            </a:r>
            <a:r>
              <a:rPr lang="hu-HU" dirty="0"/>
              <a:t>" gombra.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A617B2E-9FC1-4371-8ACC-00FF80040DE2}"/>
              </a:ext>
            </a:extLst>
          </p:cNvPr>
          <p:cNvSpPr txBox="1"/>
          <p:nvPr/>
        </p:nvSpPr>
        <p:spPr>
          <a:xfrm>
            <a:off x="2457974" y="1497164"/>
            <a:ext cx="6436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/>
              <a:t>Hogyan lehet meghívni másokat egy projekthez? 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996452BE-D271-4ACD-9AA5-A35202394850}"/>
              </a:ext>
            </a:extLst>
          </p:cNvPr>
          <p:cNvSpPr txBox="1"/>
          <p:nvPr/>
        </p:nvSpPr>
        <p:spPr>
          <a:xfrm>
            <a:off x="9733399" y="2278630"/>
            <a:ext cx="23579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Érdekesség:</a:t>
            </a:r>
            <a:r>
              <a:rPr lang="hu-HU" dirty="0"/>
              <a:t> A meghívott személy kap egy értesítést, és elfogadás után hozzáférhet a projektedhez. 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29CD5047-43C3-495E-A702-9C4486FDC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3726" y="4616244"/>
            <a:ext cx="2667698" cy="20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634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>
            <a:extLst>
              <a:ext uri="{FF2B5EF4-FFF2-40B4-BE49-F238E27FC236}">
                <a16:creationId xmlns:a16="http://schemas.microsoft.com/office/drawing/2014/main" id="{AD2F95A6-00D5-4F9A-801C-C0DB68031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769" y="319087"/>
            <a:ext cx="6029325" cy="5857875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3D143228-DEA1-49D0-8A7D-DB3A27CA5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dirty="0"/>
              <a:t>Mennyit dolgozott egy felhasználó a projekten?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98D98B35-FB75-4BEE-9AA8-DE3A5D585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0000" y="3428999"/>
            <a:ext cx="5025216" cy="2747963"/>
          </a:xfrm>
        </p:spPr>
        <p:txBody>
          <a:bodyPr>
            <a:normAutofit fontScale="77500" lnSpcReduction="20000"/>
          </a:bodyPr>
          <a:lstStyle/>
          <a:p>
            <a:r>
              <a:rPr lang="hu-HU" i="1" u="sng" dirty="0" err="1"/>
              <a:t>Commit</a:t>
            </a:r>
            <a:r>
              <a:rPr lang="hu-HU" i="1" u="sng" dirty="0"/>
              <a:t> </a:t>
            </a:r>
            <a:r>
              <a:rPr lang="hu-HU" i="1" u="sng" dirty="0" err="1"/>
              <a:t>history</a:t>
            </a:r>
            <a:r>
              <a:rPr lang="hu-HU" i="1" u="sng" dirty="0"/>
              <a:t>: </a:t>
            </a:r>
            <a:r>
              <a:rPr lang="hu-HU" dirty="0"/>
              <a:t>A fájlok </a:t>
            </a:r>
            <a:r>
              <a:rPr lang="hu-HU" dirty="0" err="1"/>
              <a:t>commit</a:t>
            </a:r>
            <a:r>
              <a:rPr lang="hu-HU" dirty="0"/>
              <a:t> története mutatja, mikor, ki és mit módosított.</a:t>
            </a:r>
          </a:p>
          <a:p>
            <a:r>
              <a:rPr lang="hu-HU" i="1" u="sng" dirty="0"/>
              <a:t>  </a:t>
            </a:r>
            <a:r>
              <a:rPr lang="hu-HU" i="1" u="sng" dirty="0" err="1"/>
              <a:t>Pull</a:t>
            </a:r>
            <a:r>
              <a:rPr lang="hu-HU" i="1" u="sng" dirty="0"/>
              <a:t> </a:t>
            </a:r>
            <a:r>
              <a:rPr lang="hu-HU" i="1" u="sng" dirty="0" err="1"/>
              <a:t>requestek</a:t>
            </a:r>
            <a:r>
              <a:rPr lang="hu-HU" i="1" u="sng" dirty="0"/>
              <a:t>: </a:t>
            </a:r>
            <a:r>
              <a:rPr lang="hu-HU" dirty="0"/>
              <a:t>A </a:t>
            </a:r>
            <a:r>
              <a:rPr lang="hu-HU" dirty="0" err="1"/>
              <a:t>pull</a:t>
            </a:r>
            <a:r>
              <a:rPr lang="hu-HU" dirty="0"/>
              <a:t> </a:t>
            </a:r>
            <a:r>
              <a:rPr lang="hu-HU" dirty="0" err="1"/>
              <a:t>requestekben</a:t>
            </a:r>
            <a:r>
              <a:rPr lang="hu-HU" dirty="0"/>
              <a:t> látható, ki milyen változtatásokat javasolt.</a:t>
            </a:r>
          </a:p>
          <a:p>
            <a:r>
              <a:rPr lang="hu-HU" i="1" u="sng" dirty="0"/>
              <a:t>  </a:t>
            </a:r>
            <a:r>
              <a:rPr lang="hu-HU" i="1" u="sng" dirty="0" err="1"/>
              <a:t>Actions</a:t>
            </a:r>
            <a:r>
              <a:rPr lang="hu-HU" i="1" u="sng" dirty="0"/>
              <a:t> és aktivitás: </a:t>
            </a:r>
            <a:r>
              <a:rPr lang="hu-HU" dirty="0"/>
              <a:t>A "</a:t>
            </a:r>
            <a:r>
              <a:rPr lang="hu-HU" dirty="0" err="1"/>
              <a:t>Insights</a:t>
            </a:r>
            <a:r>
              <a:rPr lang="hu-HU" dirty="0"/>
              <a:t>" menüben, a "</a:t>
            </a:r>
            <a:r>
              <a:rPr lang="hu-HU" dirty="0" err="1"/>
              <a:t>Contributors</a:t>
            </a:r>
            <a:r>
              <a:rPr lang="hu-HU" dirty="0"/>
              <a:t>" vagy "</a:t>
            </a:r>
            <a:r>
              <a:rPr lang="hu-HU" dirty="0" err="1"/>
              <a:t>Traffic</a:t>
            </a:r>
            <a:r>
              <a:rPr lang="hu-HU" dirty="0"/>
              <a:t>" részen megnézheted az összes felhasználó aktivitását.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580EF514-42F3-423E-8D6D-0F950B025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9840" y="3428999"/>
            <a:ext cx="5033960" cy="2747964"/>
          </a:xfrm>
        </p:spPr>
        <p:txBody>
          <a:bodyPr>
            <a:normAutofit fontScale="77500" lnSpcReduction="20000"/>
          </a:bodyPr>
          <a:lstStyle/>
          <a:p>
            <a:r>
              <a:rPr lang="hu-HU" dirty="0"/>
              <a:t>Nyisd meg a </a:t>
            </a:r>
            <a:r>
              <a:rPr lang="hu-HU" dirty="0" err="1"/>
              <a:t>repository</a:t>
            </a:r>
            <a:r>
              <a:rPr lang="hu-HU" dirty="0"/>
              <a:t>-t.</a:t>
            </a:r>
          </a:p>
          <a:p>
            <a:r>
              <a:rPr lang="hu-HU" dirty="0"/>
              <a:t>  Kattints az "</a:t>
            </a:r>
            <a:r>
              <a:rPr lang="hu-HU" dirty="0" err="1"/>
              <a:t>Insights</a:t>
            </a:r>
            <a:r>
              <a:rPr lang="hu-HU" dirty="0"/>
              <a:t>" fülre.</a:t>
            </a:r>
          </a:p>
          <a:p>
            <a:r>
              <a:rPr lang="hu-HU" dirty="0"/>
              <a:t>  Válaszd a "</a:t>
            </a:r>
            <a:r>
              <a:rPr lang="hu-HU" dirty="0" err="1"/>
              <a:t>Contributors</a:t>
            </a:r>
            <a:r>
              <a:rPr lang="hu-HU" dirty="0"/>
              <a:t>" részt.</a:t>
            </a:r>
          </a:p>
          <a:p>
            <a:r>
              <a:rPr lang="hu-HU" dirty="0"/>
              <a:t>  Itt láthatod, mely felhasználók mennyi változtatást (</a:t>
            </a:r>
            <a:r>
              <a:rPr lang="hu-HU" dirty="0" err="1"/>
              <a:t>commits</a:t>
            </a:r>
            <a:r>
              <a:rPr lang="hu-HU" dirty="0"/>
              <a:t>) hajtottak végre.</a:t>
            </a:r>
          </a:p>
          <a:p>
            <a:pPr marL="0" indent="0">
              <a:buNone/>
            </a:pPr>
            <a:r>
              <a:rPr lang="hu-HU" b="1" i="1" dirty="0"/>
              <a:t>Érdekesség:</a:t>
            </a:r>
            <a:r>
              <a:rPr lang="hu-HU" dirty="0"/>
              <a:t> A "</a:t>
            </a:r>
            <a:r>
              <a:rPr lang="hu-HU" dirty="0" err="1"/>
              <a:t>Contributors</a:t>
            </a:r>
            <a:r>
              <a:rPr lang="hu-HU" dirty="0"/>
              <a:t>" diagramon vizuálisan is láthatod, ki mennyit dolgozott a projekten, így könnyen felmérheted a csapat munkáját. 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79261BD0-8224-42A8-AE15-164128DC9C72}"/>
              </a:ext>
            </a:extLst>
          </p:cNvPr>
          <p:cNvSpPr txBox="1"/>
          <p:nvPr/>
        </p:nvSpPr>
        <p:spPr>
          <a:xfrm>
            <a:off x="1120000" y="2404465"/>
            <a:ext cx="4506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Hogyan lehet nyomon követni, ki mit csinált? 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BFCEC2AF-672B-49BD-805E-CF489F40FF9C}"/>
              </a:ext>
            </a:extLst>
          </p:cNvPr>
          <p:cNvSpPr txBox="1"/>
          <p:nvPr/>
        </p:nvSpPr>
        <p:spPr>
          <a:xfrm>
            <a:off x="6319841" y="2404465"/>
            <a:ext cx="4144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Hogyan nézd meg az aktivitást? 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4D6A9017-BF76-4A90-A1E4-C44EE7304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750" y="1315635"/>
            <a:ext cx="3726249" cy="103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5566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élység">
  <a:themeElements>
    <a:clrScheme name="Mélység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Mélység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élység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TM04033923[[fn=Mélység]]</Template>
  <TotalTime>0</TotalTime>
  <Words>778</Words>
  <Application>Microsoft Office PowerPoint</Application>
  <PresentationFormat>Szélesvásznú</PresentationFormat>
  <Paragraphs>69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Californian FB</vt:lpstr>
      <vt:lpstr>Corbel</vt:lpstr>
      <vt:lpstr>Mélység</vt:lpstr>
      <vt:lpstr>Github Gyorstalpaló  </vt:lpstr>
      <vt:lpstr>Miért érdemes Githubot használni?</vt:lpstr>
      <vt:lpstr>Hogyan lehet regisztrálni a Githubra?</vt:lpstr>
      <vt:lpstr>Új repository (projekt) létrehozása</vt:lpstr>
      <vt:lpstr> Fájlok feltöltése és commitálás</vt:lpstr>
      <vt:lpstr>Alapvető funkciók és fogalmak</vt:lpstr>
      <vt:lpstr> Mások meghívása és közös munka a Githubon</vt:lpstr>
      <vt:lpstr>Mennyit dolgozott egy felhasználó a projekten?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Gyorstalpaló</dc:title>
  <dc:creator>jenei_marcell</dc:creator>
  <cp:lastModifiedBy>jenei_marcell</cp:lastModifiedBy>
  <cp:revision>8</cp:revision>
  <dcterms:created xsi:type="dcterms:W3CDTF">2026-03-10T08:45:12Z</dcterms:created>
  <dcterms:modified xsi:type="dcterms:W3CDTF">2026-03-10T12:22:55Z</dcterms:modified>
</cp:coreProperties>
</file>